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B783-FA71-E449-2CAE-E71FA8DAD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01E17-CF96-4C79-CD86-84771B387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BC453-F7C3-1553-0149-4A98A832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BBE38-005E-90DD-54DB-8C141FA4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C8C85-E6B3-C0EE-70A7-A6267C35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BE34-2EE7-AB70-2C58-F85828AD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196BB-9AFD-76D9-20D5-473EB18B5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D8A41-4E31-3B8C-1349-06E607AF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1BFC6-6406-67FF-13A6-12D350EC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B15F7-0F30-5473-A8C2-B16CC073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5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6FC0-22AD-8E4E-7E1F-5207AA88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5C292-5FEE-A615-9ADB-B91B23DDA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052CF-C2FD-F57C-7DB1-EF254F22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5E894-49DB-D781-95DA-C0CFE250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FA563-B563-6C1A-91F5-DBB4F8AC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1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00AA-8DA0-AD31-8B44-13A40854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D313-DDD0-58D0-C242-545693A98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D2C67-9863-FD9B-FCDC-32FA9E3D3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00C54-7154-E5F8-A93D-52902BAE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F87D4-6DDC-FDCB-5241-C26808E9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9C943-CA8F-FAED-8B1D-E02D0219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67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41E5-CEE8-5DA7-A413-690757F1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4ED61-50EB-8207-A8CE-10D11558D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9DBEA-627C-C543-82F1-A3FD4B360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8963C-E752-F1CD-386E-E01C7E1F1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87620-BE54-0493-3EF1-816885840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D6A8B-C703-CCA9-9C96-F587B63E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455B9-8301-9048-5B7C-C246D3F0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EA63E-8449-C057-EE15-DF09440A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6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A97D-92C3-3035-28DF-F23E11979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13A81-EFB6-C8BD-75DE-2560F0B3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15438-24EC-D965-B62F-E1FF277E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F4934-AAE8-9AEA-330D-5B4677BBA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4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5DB35-D02F-24BC-F844-470FC67F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814BB-6660-6488-743D-0C1141AB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D3076-A5C0-2D8B-1133-42A3BF98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2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F4AC-4947-B49B-6868-9C5246670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24DD-F568-DCD4-875E-1F34E6B15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6E484-1091-055D-8F40-0A32B85FE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703ED-17BB-F8E4-C888-6B0F64DE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BFFB0-FA74-49F9-F129-79DF83EB1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15FA6-2B8B-19CF-3B2A-79B21163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7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9E80-00BC-EEE1-D7A0-AED86D00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F3B7E-6252-7D40-8F38-5B0F671AE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BD542-AD02-637F-F312-C01640FF4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E2147-50A4-DF6A-D214-2B896A0F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1F66C-268E-1D5B-6EBA-5C2D7993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07C8C-8F3B-A1DC-1795-10F8303E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9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5713-33A3-79A0-361E-C2622BCE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E3E75-C95F-8864-160F-2E208ABBD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12EC5-B8BB-32C8-C8BC-17EE8231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FBDA6-67D7-223A-483D-0DA8A966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EE1D3-0378-F532-8F03-ED5D8002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6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3E5049-118D-C2A4-567E-D9D789DCB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75597-229D-163F-EAF1-AF568CA87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E1597-4795-EE30-4F61-067C3F33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81DD-B8B6-61E2-0D57-BEAD9E8B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D4851-A5B6-44D6-AC13-60313164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8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CD785-2193-C6A6-CA48-CDB7B080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41438-91C0-93CC-BE96-D3A58736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4928A-150E-D344-0569-525A2252A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072EF-DBE0-49EE-B119-C3A36C73564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573C1-090E-7C24-3195-B625ABE45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7FA9C-EDB9-6F0E-909D-B8F4DE931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AC10E-BF0B-4BF3-881F-F05014FB2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0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0B3EA3-559F-087F-96B6-F6372516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929"/>
            <a:ext cx="10515600" cy="88357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Movie Review Sentiment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D4046F-AEE5-0046-2D13-19D34E422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690" y="150116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Problem Statement</a:t>
            </a:r>
          </a:p>
          <a:p>
            <a:r>
              <a:rPr lang="en-US" sz="1800" dirty="0"/>
              <a:t>Online platforms contain thousands of movie reviews, making manual sentiment analysis difficult and time-consuming.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Objective</a:t>
            </a:r>
          </a:p>
          <a:p>
            <a:r>
              <a:rPr lang="en-US" sz="1800" dirty="0"/>
              <a:t>Build an NLP-based Machine Learning system to automatically classify movie reviews as:</a:t>
            </a:r>
          </a:p>
          <a:p>
            <a:pPr lvl="1"/>
            <a:r>
              <a:rPr lang="en-US" sz="1800" dirty="0"/>
              <a:t>Positive 😊 </a:t>
            </a:r>
          </a:p>
          <a:p>
            <a:pPr lvl="1"/>
            <a:r>
              <a:rPr lang="en-US" sz="1800" dirty="0"/>
              <a:t>Negative 😠 </a:t>
            </a:r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Dataset</a:t>
            </a:r>
          </a:p>
          <a:p>
            <a:r>
              <a:rPr lang="en-US" sz="1800" dirty="0"/>
              <a:t>IMDB 50K Movie Reviews Dataset </a:t>
            </a:r>
          </a:p>
          <a:p>
            <a:r>
              <a:rPr lang="en-US" sz="1800" dirty="0"/>
              <a:t>50,000 reviews with sentiment labels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A20-703C-71F6-BCFD-AA2006CA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90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Technologies &amp; NLP Workflow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62A58-04BB-C985-F3A4-C87BD15EC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58296" y="1563329"/>
            <a:ext cx="4161503" cy="4613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Technologies Used</a:t>
            </a:r>
          </a:p>
          <a:p>
            <a:r>
              <a:rPr lang="en-US" sz="1800" dirty="0"/>
              <a:t>Python </a:t>
            </a:r>
          </a:p>
          <a:p>
            <a:r>
              <a:rPr lang="en-US" sz="1800" dirty="0"/>
              <a:t>Pandas </a:t>
            </a:r>
          </a:p>
          <a:p>
            <a:r>
              <a:rPr lang="en-US" sz="1800" dirty="0"/>
              <a:t>NLTK </a:t>
            </a:r>
          </a:p>
          <a:p>
            <a:r>
              <a:rPr lang="en-US" sz="1800" dirty="0"/>
              <a:t>Scikit-learn </a:t>
            </a:r>
          </a:p>
          <a:p>
            <a:r>
              <a:rPr lang="en-US" sz="1800" dirty="0" err="1"/>
              <a:t>Streamlit</a:t>
            </a:r>
            <a:r>
              <a:rPr lang="en-US" sz="1800" dirty="0"/>
              <a:t> </a:t>
            </a:r>
          </a:p>
          <a:p>
            <a:r>
              <a:rPr lang="en-US" sz="1800" dirty="0"/>
              <a:t>Matplotlib &amp; Seaborn 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Feature Engineering</a:t>
            </a:r>
          </a:p>
          <a:p>
            <a:r>
              <a:rPr lang="en-US" sz="1800" dirty="0"/>
              <a:t>Bag of Words (</a:t>
            </a:r>
            <a:r>
              <a:rPr lang="en-US" sz="1800" dirty="0" err="1"/>
              <a:t>BoW</a:t>
            </a:r>
            <a:r>
              <a:rPr lang="en-US" sz="1800" dirty="0"/>
              <a:t>) </a:t>
            </a:r>
          </a:p>
          <a:p>
            <a:r>
              <a:rPr lang="en-US" sz="1800" dirty="0"/>
              <a:t>TF-IDF Vectorization </a:t>
            </a: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08784-5AE8-F102-00A5-9138D1FF7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1136" y="1563329"/>
            <a:ext cx="4972664" cy="4613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NLP Preprocessing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Performed:</a:t>
            </a:r>
          </a:p>
          <a:p>
            <a:pPr lvl="1"/>
            <a:r>
              <a:rPr lang="en-US" sz="1800" dirty="0"/>
              <a:t>Lowercase conversion </a:t>
            </a:r>
          </a:p>
          <a:p>
            <a:pPr lvl="1"/>
            <a:r>
              <a:rPr lang="en-US" sz="1800" dirty="0"/>
              <a:t>HTML &amp; URL removal </a:t>
            </a:r>
          </a:p>
          <a:p>
            <a:pPr lvl="1"/>
            <a:r>
              <a:rPr lang="en-US" sz="1800" dirty="0"/>
              <a:t>Emoji &amp; punctuation removal </a:t>
            </a:r>
          </a:p>
          <a:p>
            <a:pPr lvl="1"/>
            <a:r>
              <a:rPr lang="en-US" sz="1800" dirty="0"/>
              <a:t>Tokenization </a:t>
            </a:r>
          </a:p>
          <a:p>
            <a:pPr lvl="1"/>
            <a:r>
              <a:rPr lang="en-US" sz="1800" dirty="0" err="1"/>
              <a:t>Stopwords</a:t>
            </a:r>
            <a:r>
              <a:rPr lang="en-US" sz="1800" dirty="0"/>
              <a:t> removal </a:t>
            </a:r>
          </a:p>
          <a:p>
            <a:pPr lvl="1"/>
            <a:r>
              <a:rPr lang="en-US" sz="1800" dirty="0"/>
              <a:t>Lemmatization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4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C4ED-F0E8-8D3F-F0A8-9665B149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068"/>
            <a:ext cx="10515600" cy="71215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EDA &amp; Model Training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46B2-E10F-EEAB-F840-ADB62B2B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690"/>
            <a:ext cx="10515600" cy="472265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Exploratory Data Analysis</a:t>
            </a:r>
          </a:p>
          <a:p>
            <a:r>
              <a:rPr lang="en-US" sz="1800" dirty="0"/>
              <a:t>Sentiment distribution analysis </a:t>
            </a:r>
          </a:p>
          <a:p>
            <a:r>
              <a:rPr lang="en-US" sz="1800" dirty="0"/>
              <a:t>Word frequency analysis </a:t>
            </a:r>
          </a:p>
          <a:p>
            <a:r>
              <a:rPr lang="en-US" sz="1800" dirty="0"/>
              <a:t>Positive &amp; Negative </a:t>
            </a:r>
            <a:r>
              <a:rPr lang="en-US" sz="1800" dirty="0" err="1"/>
              <a:t>WordCloud</a:t>
            </a:r>
            <a:r>
              <a:rPr lang="en-US" sz="1800" dirty="0"/>
              <a:t> </a:t>
            </a:r>
          </a:p>
          <a:p>
            <a:r>
              <a:rPr lang="en-US" sz="1800" dirty="0"/>
              <a:t>Bigram analysis </a:t>
            </a:r>
          </a:p>
          <a:p>
            <a:r>
              <a:rPr lang="en-US" sz="1800" dirty="0"/>
              <a:t>Review length analysis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Machine Learning Models Used</a:t>
            </a:r>
          </a:p>
          <a:p>
            <a:pPr marL="0" indent="0">
              <a:buNone/>
            </a:pPr>
            <a:endParaRPr lang="en-US" sz="1800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F599D3-E763-5375-B988-404C1D795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665901"/>
              </p:ext>
            </p:extLst>
          </p:nvPr>
        </p:nvGraphicFramePr>
        <p:xfrm>
          <a:off x="2379405" y="4480068"/>
          <a:ext cx="5279924" cy="1478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9962">
                  <a:extLst>
                    <a:ext uri="{9D8B030D-6E8A-4147-A177-3AD203B41FA5}">
                      <a16:colId xmlns:a16="http://schemas.microsoft.com/office/drawing/2014/main" val="3204683009"/>
                    </a:ext>
                  </a:extLst>
                </a:gridCol>
                <a:gridCol w="2639962">
                  <a:extLst>
                    <a:ext uri="{9D8B030D-6E8A-4147-A177-3AD203B41FA5}">
                      <a16:colId xmlns:a16="http://schemas.microsoft.com/office/drawing/2014/main" val="4064544712"/>
                    </a:ext>
                  </a:extLst>
                </a:gridCol>
              </a:tblGrid>
              <a:tr h="2940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72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Logistic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90.30%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62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Naive Bayes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85.04%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41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83.81%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35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1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A37A-788E-E157-F585-6D76B47B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692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Best Model &amp; Deployment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D50D2-82DC-D872-9199-2983FA8EB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45719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/>
              <a:t>Best Performing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b="1" dirty="0"/>
              <a:t>Logistic Regression</a:t>
            </a:r>
          </a:p>
          <a:p>
            <a:pPr lvl="1"/>
            <a:r>
              <a:rPr lang="en-US" sz="1900" dirty="0"/>
              <a:t>Accuracy: 90.30%</a:t>
            </a:r>
          </a:p>
          <a:p>
            <a:pPr lvl="1"/>
            <a:r>
              <a:rPr lang="en-US" sz="1900" dirty="0"/>
              <a:t>Fast and efficient for NLP classification </a:t>
            </a:r>
          </a:p>
          <a:p>
            <a:pPr marL="457200" lvl="1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 err="1"/>
              <a:t>Streamlit</a:t>
            </a:r>
            <a:r>
              <a:rPr lang="en-US" sz="1900" b="1" dirty="0"/>
              <a:t> Deployment</a:t>
            </a:r>
          </a:p>
          <a:p>
            <a:r>
              <a:rPr lang="en-US" sz="1900" dirty="0"/>
              <a:t>Developed a web application where users can:</a:t>
            </a:r>
          </a:p>
          <a:p>
            <a:r>
              <a:rPr lang="en-US" sz="1900" dirty="0"/>
              <a:t>Enter movie reviews </a:t>
            </a:r>
          </a:p>
          <a:p>
            <a:r>
              <a:rPr lang="en-US" sz="1900" dirty="0"/>
              <a:t>Predict sentiment in real-time </a:t>
            </a:r>
          </a:p>
          <a:p>
            <a:r>
              <a:rPr lang="en-US" sz="1900" dirty="0"/>
              <a:t>View confidence score percentage 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Example Output</a:t>
            </a:r>
          </a:p>
          <a:p>
            <a:r>
              <a:rPr lang="en-US" sz="1900" dirty="0"/>
              <a:t>😊 Positive Review</a:t>
            </a:r>
          </a:p>
          <a:p>
            <a:r>
              <a:rPr lang="en-US" sz="1900" dirty="0"/>
              <a:t>Confidence Score: 96.42%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01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E296A0-43AB-BC63-AB44-E4B5B1E4D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735" y="778513"/>
            <a:ext cx="9281564" cy="468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56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AB38-2A06-29EF-879E-EEE2AD15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Conclusion &amp; Key Outcomes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EFC65-3DD8-383F-9BD0-1B133C1C1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596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Conclusion</a:t>
            </a:r>
          </a:p>
          <a:p>
            <a:r>
              <a:rPr lang="en-US" sz="1800" dirty="0"/>
              <a:t>Successfully developed an end-to-end NLP Sentiment Analysis system using Machine Learning and </a:t>
            </a:r>
            <a:r>
              <a:rPr lang="en-US" sz="1800" dirty="0" err="1"/>
              <a:t>Streamlit</a:t>
            </a:r>
            <a:r>
              <a:rPr lang="en-US" sz="1800" dirty="0"/>
              <a:t> deployment.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Key Outcomes</a:t>
            </a:r>
          </a:p>
          <a:p>
            <a:r>
              <a:rPr lang="en-US" sz="1800" dirty="0"/>
              <a:t>Complete NLP preprocessing pipeline </a:t>
            </a:r>
          </a:p>
          <a:p>
            <a:r>
              <a:rPr lang="en-US" sz="1800" dirty="0"/>
              <a:t>Multiple ML model comparison </a:t>
            </a:r>
          </a:p>
          <a:p>
            <a:r>
              <a:rPr lang="en-US" sz="1800" dirty="0"/>
              <a:t>Real-time sentiment prediction </a:t>
            </a:r>
          </a:p>
          <a:p>
            <a:r>
              <a:rPr lang="en-US" sz="1800" dirty="0"/>
              <a:t>Interactive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475290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Movie Review Sentiment Analysis</vt:lpstr>
      <vt:lpstr>Technologies &amp; NLP Workflow</vt:lpstr>
      <vt:lpstr>EDA &amp; Model Training</vt:lpstr>
      <vt:lpstr>Best Model &amp; Deployment</vt:lpstr>
      <vt:lpstr>PowerPoint Presentation</vt:lpstr>
      <vt:lpstr>Conclusion &amp; Key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senthuran6370@outlook.com</dc:creator>
  <cp:lastModifiedBy>senthuran6370@outlook.com</cp:lastModifiedBy>
  <cp:revision>1</cp:revision>
  <dcterms:created xsi:type="dcterms:W3CDTF">2026-05-18T13:53:47Z</dcterms:created>
  <dcterms:modified xsi:type="dcterms:W3CDTF">2026-05-18T13:54:01Z</dcterms:modified>
</cp:coreProperties>
</file>